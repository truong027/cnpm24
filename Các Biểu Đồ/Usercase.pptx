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Noto Sans" charset="1" panose="020B050204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2125" y="714983"/>
            <a:ext cx="5314394" cy="9282776"/>
          </a:xfrm>
          <a:custGeom>
            <a:avLst/>
            <a:gdLst/>
            <a:ahLst/>
            <a:cxnLst/>
            <a:rect r="r" b="b" t="t" l="l"/>
            <a:pathLst>
              <a:path h="9282776" w="5314394">
                <a:moveTo>
                  <a:pt x="0" y="0"/>
                </a:moveTo>
                <a:lnTo>
                  <a:pt x="5314394" y="0"/>
                </a:lnTo>
                <a:lnTo>
                  <a:pt x="5314394" y="9282776"/>
                </a:lnTo>
                <a:lnTo>
                  <a:pt x="0" y="9282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6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8004" y="391451"/>
            <a:ext cx="35471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iểu Đồ Usercase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90253" y="341949"/>
            <a:ext cx="7093748" cy="9603102"/>
          </a:xfrm>
          <a:custGeom>
            <a:avLst/>
            <a:gdLst/>
            <a:ahLst/>
            <a:cxnLst/>
            <a:rect r="r" b="b" t="t" l="l"/>
            <a:pathLst>
              <a:path h="9603102" w="7093748">
                <a:moveTo>
                  <a:pt x="0" y="0"/>
                </a:moveTo>
                <a:lnTo>
                  <a:pt x="7093748" y="0"/>
                </a:lnTo>
                <a:lnTo>
                  <a:pt x="7093748" y="9603102"/>
                </a:lnTo>
                <a:lnTo>
                  <a:pt x="0" y="960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7454" y="338373"/>
            <a:ext cx="36623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sercase : Bao_Ve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1775" y="0"/>
            <a:ext cx="7703212" cy="9788422"/>
          </a:xfrm>
          <a:custGeom>
            <a:avLst/>
            <a:gdLst/>
            <a:ahLst/>
            <a:cxnLst/>
            <a:rect r="r" b="b" t="t" l="l"/>
            <a:pathLst>
              <a:path h="9788422" w="7703212">
                <a:moveTo>
                  <a:pt x="0" y="0"/>
                </a:moveTo>
                <a:lnTo>
                  <a:pt x="7703212" y="0"/>
                </a:lnTo>
                <a:lnTo>
                  <a:pt x="7703212" y="9788422"/>
                </a:lnTo>
                <a:lnTo>
                  <a:pt x="0" y="9788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143" y="182614"/>
            <a:ext cx="48547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sercase: Quan_tri_vien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84380" y="771842"/>
            <a:ext cx="8155882" cy="9443653"/>
          </a:xfrm>
          <a:custGeom>
            <a:avLst/>
            <a:gdLst/>
            <a:ahLst/>
            <a:cxnLst/>
            <a:rect r="r" b="b" t="t" l="l"/>
            <a:pathLst>
              <a:path h="9443653" w="8155882">
                <a:moveTo>
                  <a:pt x="0" y="0"/>
                </a:moveTo>
                <a:lnTo>
                  <a:pt x="8155882" y="0"/>
                </a:lnTo>
                <a:lnTo>
                  <a:pt x="8155882" y="9443653"/>
                </a:lnTo>
                <a:lnTo>
                  <a:pt x="0" y="9443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4007" y="448310"/>
            <a:ext cx="35780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sercase: Cu_dan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DAHU2dD7mlc</dc:identifier>
  <dcterms:modified xsi:type="dcterms:W3CDTF">2011-08-01T06:04:30Z</dcterms:modified>
  <cp:revision>1</cp:revision>
  <dc:title>Nội dung đoạn văn bản của bạn</dc:title>
</cp:coreProperties>
</file>